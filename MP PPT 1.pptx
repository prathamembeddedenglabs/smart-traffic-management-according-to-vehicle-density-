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67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7837E-22A4-4315-B871-939818E80C46}" v="4" dt="2026-09-29T16:56:09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esh Adivarekar" userId="540bff362b663493" providerId="LiveId" clId="{00992F11-E981-4A58-8D88-C59EE64CA576}"/>
    <pc:docChg chg="undo custSel addSld delSld modSld sldOrd">
      <pc:chgData name="Prathamesh Adivarekar" userId="540bff362b663493" providerId="LiveId" clId="{00992F11-E981-4A58-8D88-C59EE64CA576}" dt="2026-09-29T16:56:11.474" v="732" actId="478"/>
      <pc:docMkLst>
        <pc:docMk/>
      </pc:docMkLst>
      <pc:sldChg chg="addSp delSp modSp mod">
        <pc:chgData name="Prathamesh Adivarekar" userId="540bff362b663493" providerId="LiveId" clId="{00992F11-E981-4A58-8D88-C59EE64CA576}" dt="2026-09-29T16:55:59.338" v="729" actId="20577"/>
        <pc:sldMkLst>
          <pc:docMk/>
          <pc:sldMk cId="117493979" sldId="256"/>
        </pc:sldMkLst>
        <pc:spChg chg="mod">
          <ac:chgData name="Prathamesh Adivarekar" userId="540bff362b663493" providerId="LiveId" clId="{00992F11-E981-4A58-8D88-C59EE64CA576}" dt="2026-09-29T16:55:49.936" v="726" actId="20577"/>
          <ac:spMkLst>
            <pc:docMk/>
            <pc:sldMk cId="117493979" sldId="256"/>
            <ac:spMk id="2" creationId="{00000000-0000-0000-0000-000000000000}"/>
          </ac:spMkLst>
        </pc:spChg>
        <pc:spChg chg="del mod">
          <ac:chgData name="Prathamesh Adivarekar" userId="540bff362b663493" providerId="LiveId" clId="{00992F11-E981-4A58-8D88-C59EE64CA576}" dt="2026-09-29T16:55:47.092" v="724" actId="478"/>
          <ac:spMkLst>
            <pc:docMk/>
            <pc:sldMk cId="117493979" sldId="256"/>
            <ac:spMk id="5" creationId="{00000000-0000-0000-0000-000000000000}"/>
          </ac:spMkLst>
        </pc:spChg>
        <pc:spChg chg="mod">
          <ac:chgData name="Prathamesh Adivarekar" userId="540bff362b663493" providerId="LiveId" clId="{00992F11-E981-4A58-8D88-C59EE64CA576}" dt="2026-09-29T16:55:54.790" v="727" actId="20577"/>
          <ac:spMkLst>
            <pc:docMk/>
            <pc:sldMk cId="117493979" sldId="256"/>
            <ac:spMk id="6" creationId="{00000000-0000-0000-0000-000000000000}"/>
          </ac:spMkLst>
        </pc:spChg>
        <pc:graphicFrameChg chg="modGraphic">
          <ac:chgData name="Prathamesh Adivarekar" userId="540bff362b663493" providerId="LiveId" clId="{00992F11-E981-4A58-8D88-C59EE64CA576}" dt="2026-09-29T16:55:59.338" v="729" actId="20577"/>
          <ac:graphicFrameMkLst>
            <pc:docMk/>
            <pc:sldMk cId="117493979" sldId="256"/>
            <ac:graphicFrameMk id="9" creationId="{ECAB74A4-261B-5E0F-17DA-15F7E37448D8}"/>
          </ac:graphicFrameMkLst>
        </pc:graphicFrameChg>
        <pc:picChg chg="del mod">
          <ac:chgData name="Prathamesh Adivarekar" userId="540bff362b663493" providerId="LiveId" clId="{00992F11-E981-4A58-8D88-C59EE64CA576}" dt="2026-09-29T16:55:47.952" v="725" actId="478"/>
          <ac:picMkLst>
            <pc:docMk/>
            <pc:sldMk cId="117493979" sldId="256"/>
            <ac:picMk id="1026" creationId="{00000000-0000-0000-0000-000000000000}"/>
          </ac:picMkLst>
        </pc:picChg>
      </pc:sldChg>
      <pc:sldChg chg="addSp delSp mod">
        <pc:chgData name="Prathamesh Adivarekar" userId="540bff362b663493" providerId="LiveId" clId="{00992F11-E981-4A58-8D88-C59EE64CA576}" dt="2026-09-29T16:56:11.474" v="732" actId="478"/>
        <pc:sldMkLst>
          <pc:docMk/>
          <pc:sldMk cId="433790577" sldId="257"/>
        </pc:sldMkLst>
        <pc:spChg chg="del">
          <ac:chgData name="Prathamesh Adivarekar" userId="540bff362b663493" providerId="LiveId" clId="{00992F11-E981-4A58-8D88-C59EE64CA576}" dt="2026-09-29T16:56:11.474" v="732" actId="478"/>
          <ac:spMkLst>
            <pc:docMk/>
            <pc:sldMk cId="433790577" sldId="257"/>
            <ac:spMk id="5" creationId="{00000000-0000-0000-0000-000000000000}"/>
          </ac:spMkLst>
        </pc:spChg>
        <pc:picChg chg="add del">
          <ac:chgData name="Prathamesh Adivarekar" userId="540bff362b663493" providerId="LiveId" clId="{00992F11-E981-4A58-8D88-C59EE64CA576}" dt="2026-09-29T16:56:09.035" v="731" actId="478"/>
          <ac:picMkLst>
            <pc:docMk/>
            <pc:sldMk cId="433790577" sldId="257"/>
            <ac:picMk id="4098" creationId="{0E9AA141-361D-E544-DD58-AD02333DE6A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63E7-B99D-4EE8-83D2-87112AD39609}" type="datetime1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F762-F3B8-48CC-B08B-9836FB0D4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083378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FA559-1E35-4CDE-BC4D-6EB7668EF40C}" type="datetime1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22521-82B0-49D3-BCD7-87EFD1DF2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755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CBEE-F098-4B1E-B6BA-370C3F34055D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26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38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7137-4D42-4853-99CA-2B0FAB90976A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1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DF8-A989-4B9D-8088-A841B48CEBF7}" type="datetime1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3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68AD-221E-4093-9EDA-989BA18338AB}" type="datetime1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7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1780-5C57-42BD-8860-66F024E1618E}" type="datetime1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91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58E9-F7EE-42A5-AA34-EF159AB3FD0F}" type="datetime1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604E-EB74-416D-B436-6466970AD583}" type="datetime1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15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9026E-A246-4A37-B617-3F3D9EC13110}" type="datetime1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86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28F3A-CF73-4460-BFC2-25BE43769FA7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92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270C0-03D8-4C7C-89D0-7678E5E46A2D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870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4D0FC-1457-4785-8A7C-3A939068341E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ADD5E-3D11-4857-A866-3EDD09351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5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130" y="1530722"/>
            <a:ext cx="9144000" cy="1464615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0070C0"/>
                </a:solidFill>
                <a:latin typeface="Eras Demi ITC" panose="020B0805030504020804" pitchFamily="34" charset="0"/>
              </a:rPr>
            </a:br>
            <a:r>
              <a:rPr lang="en-US" sz="2800" dirty="0">
                <a:solidFill>
                  <a:srgbClr val="0070C0"/>
                </a:solidFill>
                <a:latin typeface="Eras Demi ITC" panose="020B0805030504020804" pitchFamily="34" charset="0"/>
              </a:rPr>
              <a:t>Mini project Presentation</a:t>
            </a:r>
            <a:br>
              <a:rPr lang="en-US" sz="2800" dirty="0">
                <a:solidFill>
                  <a:srgbClr val="0070C0"/>
                </a:solidFill>
                <a:latin typeface="Eras Demi ITC" panose="020B08050305040208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Eras Demi ITC" panose="020B0805030504020804" pitchFamily="34" charset="0"/>
              </a:rPr>
              <a:t>on</a:t>
            </a:r>
            <a:br>
              <a:rPr lang="en-US" sz="1400" dirty="0"/>
            </a:br>
            <a:r>
              <a:rPr lang="en-US" sz="3200" b="1" i="1" dirty="0">
                <a:latin typeface="Aptos Narrow" panose="020B0004020202020204" pitchFamily="34" charset="0"/>
              </a:rPr>
              <a:t>Smart Traffic Management According to Vehicle Density and Adaptive Street Light Control</a:t>
            </a:r>
            <a:br>
              <a:rPr lang="en-IN" sz="3200" dirty="0"/>
            </a:br>
            <a:endParaRPr lang="en-IN" sz="1400" dirty="0">
              <a:solidFill>
                <a:srgbClr val="00B05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5239327" y="4810539"/>
            <a:ext cx="213231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Under the Guidance </a:t>
            </a:r>
          </a:p>
          <a:p>
            <a:pPr algn="ctr"/>
            <a:r>
              <a:rPr lang="en-US" dirty="0"/>
              <a:t>of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AB74A4-261B-5E0F-17DA-15F7E3744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82166"/>
              </p:ext>
            </p:extLst>
          </p:nvPr>
        </p:nvGraphicFramePr>
        <p:xfrm>
          <a:off x="2153298" y="3327179"/>
          <a:ext cx="812799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053">
                  <a:extLst>
                    <a:ext uri="{9D8B030D-6E8A-4147-A177-3AD203B41FA5}">
                      <a16:colId xmlns:a16="http://schemas.microsoft.com/office/drawing/2014/main" val="982140532"/>
                    </a:ext>
                  </a:extLst>
                </a:gridCol>
                <a:gridCol w="4203613">
                  <a:extLst>
                    <a:ext uri="{9D8B030D-6E8A-4147-A177-3AD203B41FA5}">
                      <a16:colId xmlns:a16="http://schemas.microsoft.com/office/drawing/2014/main" val="40813230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0909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n-lt"/>
                        </a:rPr>
                        <a:t>Sr No </a:t>
                      </a:r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n-lt"/>
                        </a:rPr>
                        <a:t>Name of Student </a:t>
                      </a:r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n-lt"/>
                        </a:rPr>
                        <a:t>Seat Number </a:t>
                      </a:r>
                      <a:endParaRPr lang="en-IN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92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1</a:t>
                      </a:r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Prathamesh Prakash Adivarekar </a:t>
                      </a:r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68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</a:t>
                      </a:r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20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3</a:t>
                      </a:r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197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9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2A86-BDCF-4790-8504-45443C7B17D8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2</a:t>
            </a:fld>
            <a:endParaRPr lang="en-IN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6C93573-AD7E-0E9C-1738-C3CBBC530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raffic jam with long car queue at pump station">
            <a:extLst>
              <a:ext uri="{FF2B5EF4-FFF2-40B4-BE49-F238E27FC236}">
                <a16:creationId xmlns:a16="http://schemas.microsoft.com/office/drawing/2014/main" id="{EB4DDDAD-C6DB-A693-AEB5-0588055E65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78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75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E9AA141-361D-E544-DD58-AD02333DE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927" y="133496"/>
            <a:ext cx="10414518" cy="91999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u="sng" dirty="0">
                <a:solidFill>
                  <a:srgbClr val="002060"/>
                </a:solidFill>
                <a:latin typeface="Eras Demi ITC" panose="020B0805030504020804" pitchFamily="34" charset="0"/>
              </a:rPr>
              <a:t>Introduction</a:t>
            </a:r>
            <a:endParaRPr lang="en-IN" sz="3600" u="sng" dirty="0">
              <a:solidFill>
                <a:srgbClr val="002060"/>
              </a:solidFill>
              <a:latin typeface="Eras Demi ITC" panose="020B08050305040208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FFB9-28EF-4B7A-8279-9BD67C35B499}" type="datetime1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3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A3835A-E594-8EB6-FD82-B25623B5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33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Smart Traffic Management According to Vehicle Density and Adaptive Street Light Control</a:t>
            </a:r>
            <a:endParaRPr lang="en-US" dirty="0"/>
          </a:p>
          <a:p>
            <a:r>
              <a:rPr lang="en-US" dirty="0"/>
              <a:t>This project presents an intelligent traffic control system that dynamically adjusts traffic signals based on real-time vehicle density. </a:t>
            </a:r>
          </a:p>
          <a:p>
            <a:r>
              <a:rPr lang="en-US" dirty="0"/>
              <a:t>It also includes an adaptive street lighting system that controls brightness according to ambient light conditions. </a:t>
            </a:r>
          </a:p>
          <a:p>
            <a:r>
              <a:rPr lang="en-US" dirty="0"/>
              <a:t>The system aims to reduce traffic congestion, improve road safety, and minimize energy consumption. </a:t>
            </a:r>
          </a:p>
          <a:p>
            <a:r>
              <a:rPr lang="en-US" dirty="0"/>
              <a:t>It is designed using a microcontroller-based approach for efficient and low-cost implementation.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79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08D5DB-9038-31F9-F4B1-B3DB9356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6A6A63-497B-5654-995B-1279B1393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4" y="18255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u="sng" dirty="0">
                <a:solidFill>
                  <a:srgbClr val="002060"/>
                </a:solidFill>
                <a:latin typeface="Eras Demi ITC" panose="020B0805030504020804" pitchFamily="34" charset="0"/>
              </a:rPr>
              <a:t>Aim &amp; Objectives</a:t>
            </a:r>
            <a:endParaRPr lang="en-IN" sz="3200" u="sng" dirty="0">
              <a:solidFill>
                <a:srgbClr val="002060"/>
              </a:solidFill>
              <a:latin typeface="Eras Demi ITC" panose="020B08050305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C128-3B69-A1B6-02F1-33BC26282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967" y="134381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Aim</a:t>
            </a:r>
          </a:p>
          <a:p>
            <a:pPr marL="0" indent="0">
              <a:buNone/>
            </a:pPr>
            <a:r>
              <a:rPr lang="en-US" dirty="0"/>
              <a:t>To design and develop an automated traffic management system that optimizes traffic signal timing based on vehicle density and controls street lighting adaptively for energy efficiency.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Objectives</a:t>
            </a:r>
          </a:p>
          <a:p>
            <a:r>
              <a:rPr lang="en-US" dirty="0"/>
              <a:t>To detect vehicle density on each road using sensors. </a:t>
            </a:r>
          </a:p>
          <a:p>
            <a:r>
              <a:rPr lang="en-US" dirty="0"/>
              <a:t>To dynamically control traffic signal timing based on real-time data. </a:t>
            </a:r>
          </a:p>
          <a:p>
            <a:r>
              <a:rPr lang="en-US" dirty="0"/>
              <a:t>To implement adaptive street lighting using ambient light sensing. </a:t>
            </a:r>
          </a:p>
          <a:p>
            <a:r>
              <a:rPr lang="en-US" dirty="0"/>
              <a:t>To reduce waiting time at intersections and avoid unnecessary delays. </a:t>
            </a:r>
          </a:p>
          <a:p>
            <a:r>
              <a:rPr lang="en-US" dirty="0"/>
              <a:t>To minimize power consumption by controlling street light intensity. </a:t>
            </a:r>
          </a:p>
          <a:p>
            <a:r>
              <a:rPr lang="en-US" dirty="0"/>
              <a:t>To design and simulate the system before hardware implementation.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7AB83-06CE-E17C-3A9B-C23C0A62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29A19-66BC-B81B-4168-92A40EC3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956E1-7EEF-EF4F-DB01-CA900CC4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3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059C0AEC-D80F-E3F6-0BB9-048F26C1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974845-FBA5-1192-D295-FA6D013A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-138728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200" u="sng" dirty="0">
                <a:solidFill>
                  <a:srgbClr val="002060"/>
                </a:solidFill>
                <a:latin typeface="Eras Demi ITC" panose="020B0805030504020804" pitchFamily="34" charset="0"/>
              </a:rPr>
              <a:t>Specifications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B3072-E0D0-4DE8-1BD1-13BF1BBC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7B7E-E409-0D9D-D103-E4DB64EE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0659-81B0-FA0F-A238-D6D72A7F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5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C0F7A02-AE30-1EEE-16A7-3EA59C33A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6356" y="1186835"/>
            <a:ext cx="1253331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Supply: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operates on a regulated 5V DC power supply suitable for microcontroller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	and sensors.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Arduino Uno (ATmega328P) is used as the main controller for processing inputs and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controlling outputs.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</a:t>
            </a:r>
            <a:r>
              <a:rPr lang="en-US" altLang="en-US" sz="1800" dirty="0">
                <a:latin typeface="Arial" panose="020B0604020202020204" pitchFamily="34" charset="0"/>
              </a:rPr>
              <a:t>ltrasonic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 are used to detect the presence of vehicles in each lane.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Signal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LEDs are used to represent Red, Yellow, and Green traffic lights.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Street Light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 street lights are controlled using PWM (Pulse Width Modulation)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	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brightness adjustment.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Ambient Light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LDR (Light Dependent Resistor) is used to sense surrounding light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84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F123-E857-8AD8-870C-AE47BE45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2" y="18255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u="sng" dirty="0">
                <a:solidFill>
                  <a:srgbClr val="002060"/>
                </a:solidFill>
                <a:latin typeface="Eras Demi ITC" panose="020B0805030504020804" pitchFamily="34" charset="0"/>
              </a:rPr>
              <a:t>Block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047918-BD71-BA1B-5A31-5E8EE1693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3" y="1181100"/>
            <a:ext cx="797745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377F4-644D-23E4-0421-EA7F64ED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6155B-59DF-8006-D7AE-ABE252C4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3D735-1D6D-3306-27D5-B02E7C53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17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6619C-6F46-2745-ACA9-1025CDBF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36525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u="sng" dirty="0">
                <a:solidFill>
                  <a:srgbClr val="002060"/>
                </a:solidFill>
                <a:latin typeface="Eras Demi ITC" panose="020B0805030504020804" pitchFamily="34" charset="0"/>
              </a:rPr>
              <a:t>Simulation</a:t>
            </a:r>
            <a:endParaRPr lang="en-IN" sz="3600" u="sng" dirty="0">
              <a:solidFill>
                <a:srgbClr val="002060"/>
              </a:solidFill>
              <a:latin typeface="Eras Demi ITC" panose="020B08050305040208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8D4214-90BE-8B7D-3D8A-DB7269269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834" y="1524000"/>
            <a:ext cx="7141808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F561-3DAB-F92B-F34B-570C4D06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3237-6125-4914-FB41-9F02BA97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05E6E-8783-235E-648A-BEA997AD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02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477DCDE-F739-4340-F91F-2C8ED1E7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BDE4C-297E-C445-CC30-3600F7656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62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Ultrasonic sensors successfully detected vehicle presence in different lanes. </a:t>
            </a:r>
          </a:p>
          <a:p>
            <a:r>
              <a:rPr lang="en-US" dirty="0"/>
              <a:t>Traffic signals changed dynamically based on vehicle density. </a:t>
            </a:r>
          </a:p>
          <a:p>
            <a:r>
              <a:rPr lang="en-US" dirty="0"/>
              <a:t>The waiting time at signals was reduced compared to fixed-timer systems. </a:t>
            </a:r>
          </a:p>
          <a:p>
            <a:r>
              <a:rPr lang="en-US" dirty="0"/>
              <a:t>Street lights adjusted brightness according to ambient light conditions. </a:t>
            </a:r>
          </a:p>
          <a:p>
            <a:r>
              <a:rPr lang="en-US" dirty="0"/>
              <a:t>The simulation demonstrated smooth traffic flow and efficient energy usage. </a:t>
            </a:r>
          </a:p>
          <a:p>
            <a:r>
              <a:rPr lang="en-US" dirty="0"/>
              <a:t>The system showed reliable and stable performance during testing.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CA741-1C29-1578-4C53-5D8E007E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85604-9C31-A11F-9435-A8DA986E9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5E863-1C63-3D24-5B6D-AA8A9037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31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D0DEE490-C970-6473-E387-515E75F5F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73B45-65E3-720F-7934-11D6580E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12" y="18255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200" u="sng" dirty="0">
                <a:solidFill>
                  <a:srgbClr val="002060"/>
                </a:solidFill>
                <a:latin typeface="Eras Demi ITC" panose="020B0805030504020804" pitchFamily="34" charset="0"/>
              </a:rPr>
              <a:t>Selection of Components &amp;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BAE9D-85A8-25DB-B198-F2FA3F554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55" y="134381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Component Selection :</a:t>
            </a:r>
          </a:p>
          <a:p>
            <a:pPr marL="0" indent="0">
              <a:buNone/>
            </a:pPr>
            <a:r>
              <a:rPr lang="en-US" sz="2000" b="1" dirty="0"/>
              <a:t>Ultrasonic Sensors:</a:t>
            </a:r>
            <a:r>
              <a:rPr lang="en-US" sz="2000" dirty="0"/>
              <a:t> Chosen for reliable and fast detection of vehicles. </a:t>
            </a:r>
          </a:p>
          <a:p>
            <a:pPr marL="0" indent="0">
              <a:buNone/>
            </a:pPr>
            <a:r>
              <a:rPr lang="en-US" sz="2000" b="1" dirty="0"/>
              <a:t>Arduino Uno:</a:t>
            </a:r>
            <a:r>
              <a:rPr lang="en-US" sz="2000" dirty="0"/>
              <a:t> Selected due to ease of programming and sufficient I/O pins. </a:t>
            </a:r>
          </a:p>
          <a:p>
            <a:pPr marL="0" indent="0">
              <a:buNone/>
            </a:pPr>
            <a:r>
              <a:rPr lang="en-US" sz="2000" b="1" dirty="0"/>
              <a:t>LDR:</a:t>
            </a:r>
            <a:r>
              <a:rPr lang="en-US" sz="2000" dirty="0"/>
              <a:t> Used for simple and cost-effective light sensing. </a:t>
            </a:r>
          </a:p>
          <a:p>
            <a:pPr marL="0" indent="0">
              <a:buNone/>
            </a:pPr>
            <a:r>
              <a:rPr lang="en-US" sz="2000" b="1" dirty="0"/>
              <a:t>LEDs:</a:t>
            </a:r>
            <a:r>
              <a:rPr lang="en-US" sz="2000" dirty="0"/>
              <a:t> Used to simulate traffic lights and street lights. </a:t>
            </a:r>
          </a:p>
          <a:p>
            <a:pPr marL="0" indent="0">
              <a:buNone/>
            </a:pPr>
            <a:r>
              <a:rPr lang="en-US" sz="2000" b="1" dirty="0"/>
              <a:t>Resistors:</a:t>
            </a:r>
            <a:r>
              <a:rPr lang="en-US" sz="2000" dirty="0"/>
              <a:t> Used to limit current and protect components.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 </a:t>
            </a:r>
            <a:r>
              <a:rPr lang="en-US" sz="2000" b="1" dirty="0"/>
              <a:t>Traffic Density Logic:</a:t>
            </a:r>
            <a:endParaRPr lang="en-US" sz="2000" dirty="0"/>
          </a:p>
          <a:p>
            <a:r>
              <a:rPr lang="en-US" sz="2000" dirty="0"/>
              <a:t>If vehicle count is high → increase green signal time. </a:t>
            </a:r>
          </a:p>
          <a:p>
            <a:r>
              <a:rPr lang="en-US" sz="2000" dirty="0"/>
              <a:t>If vehicle count is low → reduce green signal time.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89401-6214-6BC6-1C0C-ABCDF902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963F6-BA49-9A05-ABBF-257B30E4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4716D-2B0D-EF39-B09D-5B61F657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6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F42F2D3-DDB0-746B-C92B-F1E484BAC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76083-ECC1-76DF-80D3-F6F7160E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002060"/>
                </a:solidFill>
                <a:latin typeface="Eras Demi ITC" panose="020B0805030504020804" pitchFamily="34" charset="0"/>
              </a:rPr>
              <a:t>Conclusion</a:t>
            </a:r>
            <a:br>
              <a:rPr lang="en-US" sz="3600" b="1" dirty="0">
                <a:solidFill>
                  <a:srgbClr val="002060"/>
                </a:solidFill>
                <a:latin typeface="Eras Demi ITC" panose="020B0805030504020804" pitchFamily="34" charset="0"/>
              </a:rPr>
            </a:br>
            <a:endParaRPr lang="en-IN" sz="3600" dirty="0">
              <a:solidFill>
                <a:srgbClr val="002060"/>
              </a:solidFill>
              <a:latin typeface="Eras Demi ITC" panose="020B08050305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A1AF2-959F-A3C0-400F-F0365C5F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demonstrates a smart traffic management system based on vehicle density. </a:t>
            </a:r>
          </a:p>
          <a:p>
            <a:r>
              <a:rPr lang="en-US" dirty="0"/>
              <a:t>It effectively reduces congestion and improves traffic flow. </a:t>
            </a:r>
          </a:p>
          <a:p>
            <a:r>
              <a:rPr lang="en-US" dirty="0"/>
              <a:t>The adaptive street lighting system contributes to significant energy savings. </a:t>
            </a:r>
          </a:p>
          <a:p>
            <a:r>
              <a:rPr lang="en-US" dirty="0"/>
              <a:t>The system is scalable and can be implemented in real-world smart city applications.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B3BBD-4DD9-737C-A79C-0CDC55C0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9269A-BD70-2FD9-74DE-4CB99454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38A67-139F-5855-2DA3-69457CF6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6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F9F623DD-1140-837D-5905-B2CBDE883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DC7BBC-5FE0-150F-F213-8087B8D6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136525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002060"/>
                </a:solidFill>
                <a:latin typeface="Eras Demi ITC" panose="020B0805030504020804" pitchFamily="34" charset="0"/>
              </a:rPr>
              <a:t>References:</a:t>
            </a:r>
            <a:endParaRPr lang="en-IN" sz="3600" dirty="0">
              <a:solidFill>
                <a:srgbClr val="002060"/>
              </a:solidFill>
              <a:latin typeface="Eras Demi ITC" panose="020B08050305040208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DBD9-3438-7DA2-B160-D7DF2CF80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462088"/>
            <a:ext cx="10515600" cy="435133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dirty="0"/>
              <a:t>S. Sharma, A. Gupta, and R. Mehta, “Smart Traffic Management System Using IoT and Machine Learning,” </a:t>
            </a:r>
            <a:r>
              <a:rPr lang="en-US" sz="2000" i="1" dirty="0"/>
              <a:t>IEEE Access</a:t>
            </a:r>
            <a:r>
              <a:rPr lang="en-US" sz="2000" dirty="0"/>
              <a:t>, vol. 11, pp. 24567–24578, 2023.</a:t>
            </a:r>
          </a:p>
          <a:p>
            <a:pPr marL="457200" indent="-457200">
              <a:buAutoNum type="arabicPeriod"/>
            </a:pPr>
            <a:r>
              <a:rPr lang="en-US" sz="2000" dirty="0"/>
              <a:t>J. Patel and M. Shah, “Adaptive Traffic Signal Control System Based on Vehicle Density,” </a:t>
            </a:r>
            <a:r>
              <a:rPr lang="en-US" sz="2000" i="1" dirty="0"/>
              <a:t>International Journal of Advanced Research in Electrical Engineering</a:t>
            </a:r>
            <a:r>
              <a:rPr lang="en-US" sz="2000" dirty="0"/>
              <a:t>, vol. 10, no. 3, pp. 112–118, 2022.</a:t>
            </a:r>
          </a:p>
          <a:p>
            <a:pPr marL="457200" indent="-457200">
              <a:buAutoNum type="arabicPeriod"/>
            </a:pPr>
            <a:r>
              <a:rPr lang="en-IN" sz="2000" dirty="0"/>
              <a:t>R. K. Singh and P. Verma, “Intelligent Street Lighting System Using LDR and Arduino,” </a:t>
            </a:r>
            <a:r>
              <a:rPr lang="en-IN" sz="2000" i="1" dirty="0"/>
              <a:t>IEEE Sensors Journal</a:t>
            </a:r>
            <a:r>
              <a:rPr lang="en-IN" sz="2000" dirty="0"/>
              <a:t>, vol. 21, no. 5, pp. 5678–5685, 2021.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C6151-69C5-2CA3-2A16-C7C7CE8C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8EDC4-9226-A807-811A-9F084599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961D4-2C03-E9BB-7E9D-A095CE7B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78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0389059-2A8C-4F31-EEF7-2C2710C6F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82" y="733943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8800" dirty="0">
              <a:solidFill>
                <a:srgbClr val="002060"/>
              </a:solidFill>
              <a:latin typeface="Rage Italic" panose="03070502040507070304" pitchFamily="66" charset="0"/>
            </a:endParaRPr>
          </a:p>
          <a:p>
            <a:pPr marL="0" indent="0" algn="ctr">
              <a:buNone/>
            </a:pPr>
            <a:endParaRPr lang="en-US" sz="8800" dirty="0">
              <a:latin typeface="Rage Italic" panose="03070502040507070304" pitchFamily="66" charset="0"/>
            </a:endParaRPr>
          </a:p>
          <a:p>
            <a:pPr marL="0" indent="0" algn="ctr">
              <a:buNone/>
            </a:pPr>
            <a:r>
              <a:rPr lang="en-US" sz="11500" b="1" dirty="0">
                <a:solidFill>
                  <a:srgbClr val="002060"/>
                </a:solidFill>
                <a:latin typeface="Rage Italic" panose="03070502040507070304" pitchFamily="66" charset="0"/>
              </a:rPr>
              <a:t>Thank You</a:t>
            </a:r>
            <a:endParaRPr lang="en-IN" sz="11500" b="1" dirty="0">
              <a:solidFill>
                <a:srgbClr val="002060"/>
              </a:solidFill>
              <a:latin typeface="Rage Italic" panose="03070502040507070304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7474-7A3F-4B29-9C96-30A25993E0F5}" type="datetime1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Dept. of E&amp;TC, DYPCOE, Akurdi, Pune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DD5E-3D11-4857-A866-3EDD093514D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3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</TotalTime>
  <Words>804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 Narrow</vt:lpstr>
      <vt:lpstr>Arial</vt:lpstr>
      <vt:lpstr>Calibri</vt:lpstr>
      <vt:lpstr>Calibri Light</vt:lpstr>
      <vt:lpstr>Eras Demi ITC</vt:lpstr>
      <vt:lpstr>Rage Italic</vt:lpstr>
      <vt:lpstr>Wingdings</vt:lpstr>
      <vt:lpstr>Office Theme</vt:lpstr>
      <vt:lpstr> Mini project Presentation on Smart Traffic Management According to Vehicle Density and Adaptive Street Light Control </vt:lpstr>
      <vt:lpstr>PowerPoint Presentation</vt:lpstr>
      <vt:lpstr>Introduction</vt:lpstr>
      <vt:lpstr>Aim &amp; Objectives</vt:lpstr>
      <vt:lpstr>Specifications</vt:lpstr>
      <vt:lpstr>Block Diagram</vt:lpstr>
      <vt:lpstr>Simulation</vt:lpstr>
      <vt:lpstr>PowerPoint Presentation</vt:lpstr>
      <vt:lpstr>Selection of Components &amp; Calculations</vt:lpstr>
      <vt:lpstr>Conclusion 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Miniproject Presentation on Title</dc:title>
  <dc:creator>DELL</dc:creator>
  <cp:lastModifiedBy>Prathamesh Adivarekar</cp:lastModifiedBy>
  <cp:revision>6</cp:revision>
  <dcterms:created xsi:type="dcterms:W3CDTF">2023-04-20T09:31:53Z</dcterms:created>
  <dcterms:modified xsi:type="dcterms:W3CDTF">2026-09-29T16:56:13Z</dcterms:modified>
</cp:coreProperties>
</file>